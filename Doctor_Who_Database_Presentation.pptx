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B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Doctor Who Database System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D700"/>
                </a:solidFill>
              </a:rPr>
              <a:t>Full-Stack Database Application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Jonathan Muhire • Milton Adina • Magnani Fabiola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700"/>
                </a:solidFill>
              </a:rPr>
              <a:t>CMSC 4323 - Database Systems | December 2024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B6F"/>
                </a:solidFill>
              </a:rPr>
              <a:t>System Architecture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A complete database system modeling the Doctor Who universe with full-stack implementation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828800" cy="731520"/>
          </a:xfrm>
          <a:prstGeom prst="rect">
            <a:avLst/>
          </a:prstGeom>
          <a:solidFill>
            <a:srgbClr val="003B6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Web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Interface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60320" y="1645920"/>
            <a:ext cx="1828800" cy="731520"/>
          </a:xfrm>
          <a:prstGeom prst="rect">
            <a:avLst/>
          </a:prstGeom>
          <a:solidFill>
            <a:srgbClr val="003B6F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16459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API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1645920"/>
            <a:ext cx="1828800" cy="731520"/>
          </a:xfrm>
          <a:prstGeom prst="rect">
            <a:avLst/>
          </a:prstGeom>
          <a:solidFill>
            <a:srgbClr val="003B6F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6459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MySQL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Database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66560" y="1645920"/>
            <a:ext cx="1828800" cy="731520"/>
          </a:xfrm>
          <a:prstGeom prst="rect">
            <a:avLst/>
          </a:prstGeom>
          <a:solidFill>
            <a:srgbClr val="003B6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16459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Query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840480" cy="1645920"/>
          </a:xfrm>
          <a:prstGeom prst="rect">
            <a:avLst/>
          </a:prstGeom>
          <a:solidFill>
            <a:srgbClr val="F0F8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B6F"/>
                </a:solidFill>
              </a:rPr>
              <a:t>Backend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</a:rPr>
              <a:t>• Node.js + Express.js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</a:rPr>
              <a:t>• Sequelize ORM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</a:rPr>
              <a:t>• RESTful API design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846320" y="2743200"/>
            <a:ext cx="3840480" cy="1645920"/>
          </a:xfrm>
          <a:prstGeom prst="rect">
            <a:avLst/>
          </a:prstGeom>
          <a:solidFill>
            <a:srgbClr val="F0F8FF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2926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B6F"/>
                </a:solidFill>
              </a:rPr>
              <a:t>Database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29200" y="33832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</a:rPr>
              <a:t>• MySQL RDBMS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</a:rPr>
              <a:t>• 16 normalized tables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</a:rPr>
              <a:t>• Advanced SQL features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B6F"/>
                </a:solidFill>
              </a:rPr>
              <a:t>Database Schema Design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669280" cy="3200400"/>
          </a:xfrm>
          <a:prstGeom prst="rect">
            <a:avLst/>
          </a:prstGeom>
          <a:solidFill>
            <a:srgbClr val="F0F8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6F"/>
                </a:solidFill>
              </a:rPr>
              <a:t>Core Entities (12 Tables)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6459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DOCTOR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920240"/>
            <a:ext cx="16459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EPISODES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16459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920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COMPANIONS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377440"/>
            <a:ext cx="16459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ENEMIES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68880" y="2377440"/>
            <a:ext cx="16459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ACTORS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2377440"/>
            <a:ext cx="16459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PLANETS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2834640"/>
            <a:ext cx="16459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SEASONS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68880" y="2834640"/>
            <a:ext cx="16459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246888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TARDIS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0" y="2834640"/>
            <a:ext cx="16459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WRITERS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291840"/>
            <a:ext cx="16459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291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SPECIES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468880" y="3291840"/>
            <a:ext cx="16459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468880" y="3291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DIRECTORS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97680" y="3291840"/>
            <a:ext cx="16459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297680" y="3291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CHARACTER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1188720"/>
            <a:ext cx="2286000" cy="3200400"/>
          </a:xfrm>
          <a:prstGeom prst="rect">
            <a:avLst/>
          </a:prstGeom>
          <a:solidFill>
            <a:srgbClr val="F0F8FF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1371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B6F"/>
                </a:solidFill>
              </a:rPr>
              <a:t>Relationships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583680" y="1920240"/>
            <a:ext cx="1920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Junction Tables: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DOCTOR_COMPANIONS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EPISODE_APPEARANCES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EPISODE_LOCATIONS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• ENEMY_EPISODES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Why?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Models complex many-to-many relationships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B6F"/>
                </a:solidFill>
              </a:rPr>
              <a:t>Data Integrity &amp; Performance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200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B6F"/>
                </a:solidFill>
              </a:rPr>
              <a:t>Constraints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UNIQUE Constraints: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• PLANETS.name - Prevents duplicate planets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• DOCTOR.incarnation_number - Each Doctor is unique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CHECK Constraint: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• ENEMIES.threat_level (1-10) - Validates enemy danger ratings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3200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B6F"/>
                </a:solidFill>
              </a:rPr>
              <a:t>Performance Indexes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0" y="19202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Strategic indexes on: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• Foreign keys for faster joins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• Frequently filtered fields (dates, threat levels)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• Search columns (actor names)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Result: Fast queries even with large datasets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B6F"/>
                </a:solidFill>
              </a:rPr>
              <a:t>Advanced Database Features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46304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B6F"/>
                </a:solidFill>
              </a:rPr>
              <a:t>Views - Simplifying Complex Queries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doctor_episode_summary: Pre-joins Doctor data with episode counts, companions, and enemies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enemy_appearance_summary: Aggregates enemy statistics across all episodes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Benefit: Complex analytics become simple SELECT statements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8229600" cy="15544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B6F"/>
                </a:solidFill>
              </a:rPr>
              <a:t>Stored Procedures - Encapsulated Logic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7863840" cy="54864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GetEnemiesByThreatLevel(8);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GetEpisodesForDoctor(11);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UpdateEnemyThreatLevel(5, 9);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B6F"/>
                </a:solidFill>
              </a:rPr>
              <a:t>API &amp; Complex Queries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645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B6F"/>
                </a:solidFill>
              </a:rPr>
              <a:t>RESTful API - Full CRUD Operations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749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CREATE: Add new records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1920240"/>
            <a:ext cx="3749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READ: Retrieve with filters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3749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60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UPDATE: Modify existing data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0" y="2468880"/>
            <a:ext cx="37490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560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DELETE: Remove records safely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128016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91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56404"/>
                </a:solidFill>
              </a:rPr>
              <a:t>Multi-Table JOIN Query Example: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56404"/>
                </a:solidFill>
              </a:rPr>
              <a:t>Get complete Doctor profile with all companions, enemies they've faced, planets visited, and episodes - all in one optimized query joining 5+ tables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B6F"/>
                </a:solidFill>
              </a:rPr>
              <a:t>Going Beyond: Extra Features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188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🎨 Web Interface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Interactive GUI for all database operations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0" y="1188720"/>
            <a:ext cx="3931920" cy="1188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🤖 AI-Powered Queries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Ask questions in plain English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3931920" cy="1188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☁️ Cloud Deployment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Live production system accessible online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0" y="2560320"/>
            <a:ext cx="3931920" cy="1188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📊 Rich Dataset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Comprehensive Doctor Who data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B6F"/>
                </a:solidFill>
              </a:rPr>
              <a:t>Key Technical Achievements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B6F"/>
                </a:solidFill>
              </a:rPr>
              <a:t>What We Learned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00584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2828"/>
                </a:solidFill>
              </a:rPr>
              <a:t>Challenge: Complex Relationships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Modeling intricate many-to-many relationships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188720"/>
            <a:ext cx="3931920" cy="10058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</a:rPr>
              <a:t>Solution: Normalization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5488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Careful ERD design with junction tables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3931920" cy="100584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60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2828"/>
                </a:solidFill>
              </a:rPr>
              <a:t>Challenge: Query Performance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Ensuring fast response times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2377440"/>
            <a:ext cx="3931920" cy="10058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560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</a:rPr>
              <a:t>Solution: Strategic Indexing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54880" y="2926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Indexed frequently queried fields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B6F"/>
                </a:solidFill>
              </a:rPr>
              <a:t>Key Takeaways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Database Design: Proper normalization prevents data anomalies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Performance: Indexes and views dramatically improve query speed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2025-11-30T00:30:32Z</dcterms:created>
  <dcterms:modified xsi:type="dcterms:W3CDTF">2025-11-30T00:30:32Z</dcterms:modified>
</cp:coreProperties>
</file>